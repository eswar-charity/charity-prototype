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f38f6e8f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f38f6e8f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75375" y="111500"/>
            <a:ext cx="7527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Hi Anish, below are my two change request with explanations. We can discuss if they work or they don’t. Thank You for your help. </a:t>
            </a:r>
            <a:endParaRPr sz="1500">
              <a:solidFill>
                <a:schemeClr val="dk2"/>
              </a:solidFill>
            </a:endParaRPr>
          </a:p>
        </p:txBody>
      </p:sp>
      <p:pic>
        <p:nvPicPr>
          <p:cNvPr id="55" name="Google Shape;55;p13" title="Screenshot 2026-06-24 at 5.38.16 PM.png"/>
          <p:cNvPicPr preferRelativeResize="0"/>
          <p:nvPr/>
        </p:nvPicPr>
        <p:blipFill>
          <a:blip r:embed="rId3">
            <a:alphaModFix/>
          </a:blip>
          <a:stretch>
            <a:fillRect/>
          </a:stretch>
        </p:blipFill>
        <p:spPr>
          <a:xfrm>
            <a:off x="375375" y="910950"/>
            <a:ext cx="2020467" cy="4052350"/>
          </a:xfrm>
          <a:prstGeom prst="rect">
            <a:avLst/>
          </a:prstGeom>
          <a:noFill/>
          <a:ln>
            <a:noFill/>
          </a:ln>
        </p:spPr>
      </p:pic>
      <p:pic>
        <p:nvPicPr>
          <p:cNvPr id="56" name="Google Shape;56;p13" title="Screenshot 2026-06-24 at 5.38.58 PM.png"/>
          <p:cNvPicPr preferRelativeResize="0"/>
          <p:nvPr/>
        </p:nvPicPr>
        <p:blipFill>
          <a:blip r:embed="rId4">
            <a:alphaModFix/>
          </a:blip>
          <a:stretch>
            <a:fillRect/>
          </a:stretch>
        </p:blipFill>
        <p:spPr>
          <a:xfrm>
            <a:off x="2539075" y="956250"/>
            <a:ext cx="2239199" cy="2203100"/>
          </a:xfrm>
          <a:prstGeom prst="rect">
            <a:avLst/>
          </a:prstGeom>
          <a:noFill/>
          <a:ln>
            <a:noFill/>
          </a:ln>
        </p:spPr>
      </p:pic>
      <p:sp>
        <p:nvSpPr>
          <p:cNvPr id="57" name="Google Shape;57;p13"/>
          <p:cNvSpPr txBox="1"/>
          <p:nvPr/>
        </p:nvSpPr>
        <p:spPr>
          <a:xfrm>
            <a:off x="4499400" y="1890575"/>
            <a:ext cx="4309500" cy="5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8" name="Google Shape;58;p13"/>
          <p:cNvSpPr txBox="1"/>
          <p:nvPr/>
        </p:nvSpPr>
        <p:spPr>
          <a:xfrm>
            <a:off x="5042050" y="1136225"/>
            <a:ext cx="3550800" cy="4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#EVENTS, one of my branding goals for Charity Hub is to leverage #Events as our “Thing” and possibly even use it as a marketing slogan as a product </a:t>
            </a:r>
            <a:r>
              <a:rPr lang="en">
                <a:solidFill>
                  <a:schemeClr val="dk2"/>
                </a:solidFill>
              </a:rPr>
              <a:t>differentiator.</a:t>
            </a:r>
            <a:r>
              <a:rPr lang="en">
                <a:solidFill>
                  <a:schemeClr val="dk2"/>
                </a:solidFill>
              </a:rPr>
              <a:t> In our MMVP we used the Event Name overlaid on the feed content. Please see the #Birdsofprey. Can we mock up some feed content with this same overlay and see if it translate into a cleaner and newer design. The #Event name will carry from feed into Marquee Event Page. Does it add a connectivity or is it distracting? I won’t know if it has staying power until I see it across those two pages.</a:t>
            </a:r>
            <a:endParaRPr>
              <a:solidFill>
                <a:schemeClr val="dk2"/>
              </a:solidFill>
            </a:endParaRPr>
          </a:p>
        </p:txBody>
      </p:sp>
      <p:sp>
        <p:nvSpPr>
          <p:cNvPr id="59" name="Google Shape;59;p13"/>
          <p:cNvSpPr txBox="1"/>
          <p:nvPr/>
        </p:nvSpPr>
        <p:spPr>
          <a:xfrm>
            <a:off x="2637700" y="4605825"/>
            <a:ext cx="5843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MMVP: https://charityhubmmvp-402d1.firebaseapp.com/home</a:t>
            </a:r>
            <a:endParaRPr sz="1500">
              <a:solidFill>
                <a:schemeClr val="dk2"/>
              </a:solidFill>
            </a:endParaRPr>
          </a:p>
        </p:txBody>
      </p:sp>
      <p:sp>
        <p:nvSpPr>
          <p:cNvPr id="60" name="Google Shape;60;p13"/>
          <p:cNvSpPr txBox="1"/>
          <p:nvPr/>
        </p:nvSpPr>
        <p:spPr>
          <a:xfrm>
            <a:off x="2637700" y="3824650"/>
            <a:ext cx="16638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Below is the MMVP  for your reference</a:t>
            </a:r>
            <a:endParaRPr sz="10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title="Screenshot 2026-06-24 at 5.38.16 PM.png"/>
          <p:cNvPicPr preferRelativeResize="0"/>
          <p:nvPr/>
        </p:nvPicPr>
        <p:blipFill>
          <a:blip r:embed="rId3">
            <a:alphaModFix/>
          </a:blip>
          <a:stretch>
            <a:fillRect/>
          </a:stretch>
        </p:blipFill>
        <p:spPr>
          <a:xfrm>
            <a:off x="152400" y="152400"/>
            <a:ext cx="2412535" cy="4838700"/>
          </a:xfrm>
          <a:prstGeom prst="rect">
            <a:avLst/>
          </a:prstGeom>
          <a:noFill/>
          <a:ln>
            <a:noFill/>
          </a:ln>
        </p:spPr>
      </p:pic>
      <p:pic>
        <p:nvPicPr>
          <p:cNvPr id="66" name="Google Shape;66;p14" title="Screenshot 2026-06-24 at 7.53.41 PM.png"/>
          <p:cNvPicPr preferRelativeResize="0"/>
          <p:nvPr/>
        </p:nvPicPr>
        <p:blipFill>
          <a:blip r:embed="rId4">
            <a:alphaModFix/>
          </a:blip>
          <a:stretch>
            <a:fillRect/>
          </a:stretch>
        </p:blipFill>
        <p:spPr>
          <a:xfrm>
            <a:off x="2840901" y="537900"/>
            <a:ext cx="1731100" cy="637775"/>
          </a:xfrm>
          <a:prstGeom prst="rect">
            <a:avLst/>
          </a:prstGeom>
          <a:noFill/>
          <a:ln>
            <a:noFill/>
          </a:ln>
        </p:spPr>
      </p:pic>
      <p:sp>
        <p:nvSpPr>
          <p:cNvPr id="67" name="Google Shape;67;p14"/>
          <p:cNvSpPr txBox="1"/>
          <p:nvPr/>
        </p:nvSpPr>
        <p:spPr>
          <a:xfrm>
            <a:off x="4615250" y="203875"/>
            <a:ext cx="4077600" cy="5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rPr>
              <a:t>The Urban Legend is that Meta stole the stories feature from Snapchat </a:t>
            </a:r>
            <a:r>
              <a:rPr lang="en" sz="1100">
                <a:solidFill>
                  <a:schemeClr val="dk2"/>
                </a:solidFill>
              </a:rPr>
              <a:t>because</a:t>
            </a:r>
            <a:r>
              <a:rPr lang="en" sz="1100">
                <a:solidFill>
                  <a:schemeClr val="dk2"/>
                </a:solidFill>
              </a:rPr>
              <a:t> it was so successful but it also </a:t>
            </a:r>
            <a:r>
              <a:rPr lang="en" sz="1100">
                <a:solidFill>
                  <a:schemeClr val="dk2"/>
                </a:solidFill>
              </a:rPr>
              <a:t>solved</a:t>
            </a:r>
            <a:r>
              <a:rPr lang="en" sz="1100">
                <a:solidFill>
                  <a:schemeClr val="dk2"/>
                </a:solidFill>
              </a:rPr>
              <a:t> a huge instagram problem. People were carefully curating content for their individual pages. Instagram saw that users were setting up pictures but not finishing the post. Stories got users to post much more content </a:t>
            </a:r>
            <a:r>
              <a:rPr lang="en" sz="1100">
                <a:solidFill>
                  <a:schemeClr val="dk2"/>
                </a:solidFill>
              </a:rPr>
              <a:t>because</a:t>
            </a:r>
            <a:r>
              <a:rPr lang="en" sz="1100">
                <a:solidFill>
                  <a:schemeClr val="dk2"/>
                </a:solidFill>
              </a:rPr>
              <a:t> users weren’t as selective with how good the content looked. </a:t>
            </a:r>
            <a:endParaRPr sz="1100">
              <a:solidFill>
                <a:schemeClr val="dk2"/>
              </a:solidFill>
            </a:endParaRPr>
          </a:p>
          <a:p>
            <a:pPr indent="0" lvl="0" marL="0" rtl="0" algn="l">
              <a:spcBef>
                <a:spcPts val="0"/>
              </a:spcBef>
              <a:spcAft>
                <a:spcPts val="0"/>
              </a:spcAft>
              <a:buNone/>
            </a:pPr>
            <a:r>
              <a:rPr lang="en" sz="1100">
                <a:solidFill>
                  <a:schemeClr val="dk2"/>
                </a:solidFill>
              </a:rPr>
              <a:t>Totally 100% </a:t>
            </a:r>
            <a:r>
              <a:rPr lang="en" sz="1100">
                <a:solidFill>
                  <a:schemeClr val="dk2"/>
                </a:solidFill>
              </a:rPr>
              <a:t>dopamine</a:t>
            </a:r>
            <a:r>
              <a:rPr lang="en" sz="1100">
                <a:solidFill>
                  <a:schemeClr val="dk2"/>
                </a:solidFill>
              </a:rPr>
              <a:t> crack for a user!! I love it!!!!!!</a:t>
            </a:r>
            <a:endParaRPr sz="1100">
              <a:solidFill>
                <a:schemeClr val="dk2"/>
              </a:solidFill>
            </a:endParaRPr>
          </a:p>
          <a:p>
            <a:pPr indent="0" lvl="0" marL="0" rtl="0" algn="l">
              <a:spcBef>
                <a:spcPts val="0"/>
              </a:spcBef>
              <a:spcAft>
                <a:spcPts val="0"/>
              </a:spcAft>
              <a:buNone/>
            </a:pPr>
            <a:r>
              <a:t/>
            </a:r>
            <a:endParaRPr sz="1100">
              <a:solidFill>
                <a:schemeClr val="dk2"/>
              </a:solidFill>
            </a:endParaRPr>
          </a:p>
        </p:txBody>
      </p:sp>
      <p:sp>
        <p:nvSpPr>
          <p:cNvPr id="68" name="Google Shape;68;p14"/>
          <p:cNvSpPr txBox="1"/>
          <p:nvPr/>
        </p:nvSpPr>
        <p:spPr>
          <a:xfrm>
            <a:off x="3002900" y="1663775"/>
            <a:ext cx="5618700" cy="192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rPr>
              <a:t>I think we have a real dopamine potential for our own unique “Inside Look” adaptation of stories. </a:t>
            </a:r>
            <a:r>
              <a:rPr lang="en" sz="1100">
                <a:solidFill>
                  <a:schemeClr val="dk2"/>
                </a:solidFill>
              </a:rPr>
              <a:t>Instead</a:t>
            </a:r>
            <a:r>
              <a:rPr lang="en" sz="1100">
                <a:solidFill>
                  <a:schemeClr val="dk2"/>
                </a:solidFill>
              </a:rPr>
              <a:t> of seeing all the content from one event per button, I would like to see “Category Buttons” up top. So the four circle  buttons you have up top would </a:t>
            </a:r>
            <a:r>
              <a:rPr lang="en" sz="1100">
                <a:solidFill>
                  <a:schemeClr val="dk2"/>
                </a:solidFill>
              </a:rPr>
              <a:t>scroll</a:t>
            </a:r>
            <a:r>
              <a:rPr lang="en" sz="1100">
                <a:solidFill>
                  <a:schemeClr val="dk2"/>
                </a:solidFill>
              </a:rPr>
              <a:t> to include all the </a:t>
            </a:r>
            <a:r>
              <a:rPr lang="en" sz="1100">
                <a:solidFill>
                  <a:schemeClr val="dk2"/>
                </a:solidFill>
              </a:rPr>
              <a:t>Categories</a:t>
            </a:r>
            <a:r>
              <a:rPr lang="en" sz="1100">
                <a:solidFill>
                  <a:schemeClr val="dk2"/>
                </a:solidFill>
              </a:rPr>
              <a:t> below in circle form design. If a users interest is Art they would chose Art.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 sz="1100">
                <a:solidFill>
                  <a:schemeClr val="dk2"/>
                </a:solidFill>
              </a:rPr>
              <a:t>When a user clicks on say Art we start giving them the top liked picture from the top liked 100 Art events, just one picture, then the second liked picture from the top 100 events.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 sz="1100">
                <a:solidFill>
                  <a:schemeClr val="dk2"/>
                </a:solidFill>
              </a:rPr>
              <a:t>Categories</a:t>
            </a:r>
            <a:r>
              <a:rPr lang="en" sz="1100">
                <a:solidFill>
                  <a:schemeClr val="dk2"/>
                </a:solidFill>
              </a:rPr>
              <a:t> keeps the Community Theme but also has more potential for users to “click into” </a:t>
            </a:r>
            <a:r>
              <a:rPr lang="en" sz="1100">
                <a:solidFill>
                  <a:schemeClr val="dk2"/>
                </a:solidFill>
              </a:rPr>
              <a:t>a lot</a:t>
            </a:r>
            <a:r>
              <a:rPr lang="en" sz="1100">
                <a:solidFill>
                  <a:schemeClr val="dk2"/>
                </a:solidFill>
              </a:rPr>
              <a:t> more events based on their </a:t>
            </a:r>
            <a:r>
              <a:rPr lang="en" sz="1100">
                <a:solidFill>
                  <a:schemeClr val="dk2"/>
                </a:solidFill>
              </a:rPr>
              <a:t>category</a:t>
            </a:r>
            <a:r>
              <a:rPr lang="en" sz="1100">
                <a:solidFill>
                  <a:schemeClr val="dk2"/>
                </a:solidFill>
              </a:rPr>
              <a:t> like. Each picture would fit the screen and have the #EventName. They will scroll and bounce in and out of #Events all day</a:t>
            </a:r>
            <a:endParaRPr sz="1100">
              <a:solidFill>
                <a:schemeClr val="dk2"/>
              </a:solidFill>
            </a:endParaRPr>
          </a:p>
        </p:txBody>
      </p:sp>
      <p:pic>
        <p:nvPicPr>
          <p:cNvPr id="69" name="Google Shape;69;p14" title="Screenshot 2026-06-24 at 8.08.30 PM.png"/>
          <p:cNvPicPr preferRelativeResize="0"/>
          <p:nvPr/>
        </p:nvPicPr>
        <p:blipFill>
          <a:blip r:embed="rId5">
            <a:alphaModFix/>
          </a:blip>
          <a:stretch>
            <a:fillRect/>
          </a:stretch>
        </p:blipFill>
        <p:spPr>
          <a:xfrm>
            <a:off x="2834700" y="4027550"/>
            <a:ext cx="5955098" cy="759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